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D2FF"/>
                </a:solidFill>
              </a:defRPr>
            </a:pPr>
            <a:r>
              <a:t>HACKATHON // UNSTOP INNOVATION TRACK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</a:defRPr>
            </a:pPr>
            <a:r>
              <a:t>NeerWatch 🌊</a:t>
            </a:r>
          </a:p>
          <a:p>
            <a:pPr>
              <a:spcAft>
                <a:spcPts val="1800"/>
              </a:spcAft>
              <a:defRPr sz="1800">
                <a:solidFill>
                  <a:srgbClr val="00D2FF"/>
                </a:solidFill>
              </a:defRPr>
            </a:pPr>
            <a:r>
              <a:t>AI-Powered Northeast India Water Quality &amp; Epidemic Risk Monitoring Platform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Predicting Contamination. Preventing Outbreaks. Empowering Communities with an Apple-Grade Liquid Glass Interface.</a:t>
            </a:r>
          </a:p>
          <a:p>
            <a:pPr>
              <a:defRPr sz="1100" b="1">
                <a:solidFill>
                  <a:srgbClr val="30D158"/>
                </a:solidFill>
              </a:defRPr>
            </a:pPr>
            <a:r>
              <a:t>STATUS: WORKING PROTOTYPE   |   XGBOOST + SHAP   |   NODE.JS NATIVE</a:t>
            </a:r>
          </a:p>
        </p:txBody>
      </p:sp>
      <p:pic>
        <p:nvPicPr>
          <p:cNvPr id="4" name="Picture 3" descr="neerwatch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2120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Live Prototype: http://localhost:8000  •  Branch: main  •  Northeast India Catchment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01 //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Crisis in Northeast India's Water Catchments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Topographical Isolation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8 remote states where mountainous terrain collapses during monsoon floods.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Road &amp; bridge cut-offs sever access to standard testing laboratories.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Over 40 million citizens vulnerable to sudden catchment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The 2-Week Surveillance Lag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Water contamination strikes in hours during flash floods.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Epidemic reporting relies on hospital bed admissions 14-21 days later.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By the time an outbreak is declared, thousands are already infected.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Acute Diarrheal Diseases, Cholera, and Hepatitis spread unchecked.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Resource Scarcity &amp; Black-Box AI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District health teams have severely limited mobile testing kits.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Traditional models act as black boxes with no explainable rationale.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Medical officers cannot issue public boil-water advisories without clear chemical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02 //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NeerWatch: From Reactive Response to Proactive Surveillance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Continuous Regional Telemetry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Aggregates 44 geo-tagged monitoring stations across 8 Northeast states.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Tracks key chemical indicators: pH, Turbidity, DO, BOD, and Coliform.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Explainable Machine Learning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XGBoost risk model calculates exceedance probability in real-time.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tree attribution reveals the exact physical &amp; chemical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Autonomous Priority Dispatch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ranking flags urgent stations needing physical verification.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Directs limited testing kits to the top 10% highest-threat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Apple-Grade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VisionOS frosted glass aesthetics with zero browser lag (60/120fps).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Interactive Leaflet maps, live inspection drawers, and CSV analyzers.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03 //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Multi-Tier System Architecture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1. Ingestion Layer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Station Catalogs (44 locations)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Historical Records (history_v2.json)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Verified Field Logs (verification.json)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Ad-hoc Regional Lab CSVs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Precipitation &amp; flood indices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2. AI/ML Engine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Gradient-Boosted Decision Trees (XGBoost v2)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Contamination Exceedance Risk [0.0 - 1.0]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Verification Urgency Score (Rank 1-44)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Local Feature Explainability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3. Backend Microservice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Native Node.js HTTP Server (server.mjs)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external npm runtime dependencies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Instant startup, &lt;50MB RAM footprint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RESTful Endpoints: /api/v1/locations, /risk, /verify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4.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Hardware-accelerated CSS Custom Properties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Leaflet.js Geospatial Cartography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Live Detail &amp; Verification Drawer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60fps compositor isolation (zero GPU lag)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04 // AI &amp; AGENTIC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Agentic Verification Loop &amp; SHAP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Why Explainable AI (SHAP)?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Medical officers will not dispatch emergency teams based on a black-box percentage.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calculates exact cooperative game-theory contributions for every sample: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Coliform Spike: +0.42 risk escalation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Turbidity Exceedance: +0.31 risk escalation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High Dissolved Oxygen: -0.18 protective buffer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Enables targeted remediation: chlorination vs. mechanical filtration vs. flood rerouting.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The Autonomous Agentic Loop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1: Telemetry stream evaluated by XGBoost Inference Engine.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2: Anomaly detected (Outbreak Precursor flagged as HIGH/CRITICAL).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3: Verification Agent surfaces ranked priority alert to district health officer.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4: Field worker collects physical sample and conducts rapid test kit.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5: Verified findings submitted directly in browser verification drawer.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6: Ground truth logged into verification.json for continuous model calibration.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05 // LIVE 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Working Prototype: Apple Liquid Glass Experience</a:t>
            </a:r>
          </a:p>
        </p:txBody>
      </p:sp>
      <p:pic>
        <p:nvPicPr>
          <p:cNvPr id="5" name="Picture 4" descr="neerwatch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48056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288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Interface Highlights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VisionOS / Apple-Inspired Glassmorphism: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Refined backdrop-filter blur(14px) optics.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Clean SF Pro typography &amp; high-contrast badges.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Interactive Northeast Cartography: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44 color-coded risk markers with state filters.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Auto-centering Leaflet viewport with click drill-down.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Drill-Down Verification Drawer: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Real-time parameter gauges and disease curves.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Integrated field sample submission form.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Zero-Lag Performance Tuning: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Compositor-only transforms for smooth 60fps scrolling.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06 // TECH STACK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Built for Speed, Reliability &amp; Zero Bloat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Frontend Excellence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Vanilla HTML5 / Modern ES6+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Vanilla CSS3 Design System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Leaflet.js 1.9.4 Cartography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GPU-Composited Animations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external framework bloat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Responsive desktop &amp; mobile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Backend Microservice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Node.js Native HTTP Standard Library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npm runtime dependencies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Blazing fast startup (&lt;100ms)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Memory footprint &lt; 50MB RAM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Clean RESTful API Architecture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JSON/GeoJSON/CSV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AI &amp; Version Control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Python, XGBoost v2, SHAP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Scikit-Learn feature transformers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Git Repository on branch main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Comprehensive README &amp; docs/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Portable zip distribution package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Ready for immediate cloud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07 // 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Measurable Societal &amp; Public Health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40% - 60% Faster Intervention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Detects contamination precursors weeks before clinical cases peak.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Prevents pediatric waterborne morbidity (Diarrhea, Cholera, Typhoid).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Optimized Resource Allocation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Directs limited testing kits to highest-yield contamination zones.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Reduces wasteful blanket testing in low-risk remote catchments.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Jal Jeevan Mission (JJM) Alignment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 digital compliance with Har Ghar Jal water quality surveillance.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Empowers District Water &amp; Sanitation Missions (DWSM).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UN Sustainable Development Goals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3: Good Health and Well-Being for remote rural populations.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6: Clean Water and Sanitation through proactive intelligence.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11: Sustainable and Resilient Himalayan River Communities.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08 // SCALABILITY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Roadmap: From Working Prototype to Pan-India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1: Current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44 Northeast Stations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XGBoost Priority Scoring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Explanations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Apple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Field Verification 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2: IoT Mesh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Solar-powered ESP32 buoys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LoRaWAN long-range telemetry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Sub-hourly sampling feeds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sensor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3: Alerts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WhatsApp push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SMS to Gram Panchayats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Multilingual voice alerts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ASHA worker 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4: Satellite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ISRO precipitation radar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Sentinel-2 turbidity mapping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Basin-wide flood modeling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Pan-India scale (28 states)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09 // 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NeerWatch: Clean Water, Healthier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Submission Summary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Working Prototype Live: http://localhost:8000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Git Repository: Branch main with clean commit history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Zero Backend Dependencies: Starts instantly with node backend/server.mjs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Complete Submission Package: Dossier, Pitch Deck, Video Script &amp; Zip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Measurable Impact: Preventing epidemics before they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Ready for Judges' Evaluation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Thank you to the Unstop jury and organizers!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Key Differentiators: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1. Grounded in Northeast India's unique flood hydrology.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2. Mathematical trust via SHAP game-theoretic explainability.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3. Autonomous agentic verification loop connecting AI to field action.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4. Modern Apple-grade UI tuned for buttery-smooth interaction.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We welcome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